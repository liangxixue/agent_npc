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大家好，我是薛良玺。这次课程汇报的主题是“记忆驱动的可验证 LLM 角色 Agent 系统”。项目关注的不是做一个普通聊天界面，而是把 LLM 角色对话放入状态、记忆、校验和 trace 组成的运行链路中。接下来我会先说明普通角色聊天为什么不足，再展示项目如何从单 NPC 对话逐步演进到 Traveler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这页把原来的问题定义和项目目标合在一起讲。左边是为什么普通 LLM 角色对话不够：它可能把说出来的内容误当成已经发生的事实，也可能因为缺少稳定上下文而让角色知识边界断裂；如果只保存最后回复，后续也很难复盘行为原因。右边是项目为了解决这些问题补上的四个支柱：状态、记忆、校验和 trace。核心目标是把 LLM 的表达能力保留下来，但让世界事实由可验证的程序流程维护。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这页展开项目演进的后半部分。第三阶段拆出 NPCMind、NarrativeEnvironment 和 ActionValidator，是因为 LLM 可以生成合理语言，但不能直接拥有改写任务、物品和关系事实的执行权。这样角色心智、语言意图和世界执行被分离，越界行动可以被拒绝、修复并记录。第四阶段加入 autonomous runtime 和 Traveler，是因为课程展示需要多 NPC 覆盖、自动探索路线和真实运行证据，而不是手工单轮问答。Traveler profile 可以驱动路线选择，timeline 可以展示每轮理由、回复、状态变化和 outcome。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这页展示第一个真实运行结果：classroom showcase。这个 run 使用的是 truth-seeking 风格的 Arin the Cartographer，总共跑了 20 轮，最终 outcome 是 guardian_advantage，arc phase 为 resolved，tension 为 4。它覆盖了 Lina、Ron、Mira 和 Sable 四个 NPC，并在过程中记录了 Traveler 的行动理由、NPC 回复、关系变化、exploration leads 和 arc evidence。这个结果最适合课堂展示，因为它说明 Traveler 会按 profile 主动规划路线，并且每一步都有可复盘证据。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这页展示第二个真实运行结果：Sable advantage。这个 run 使用的是 prestige / follow_rumors 风格的 Elyan Vale，总共跑了 15 轮，最终 outcome 是 sable_advantage，最终位置在 market。它和 classroom showcase 的差异很明显：Traveler 一开始就接触 Sable，后续路线也更偏向非正式信息渠道；Round 14 还记录了 secret hinted。这个结果说明不同 profile 会改变路线优先级和最终优势方向，但状态推进仍然由 Validator 和 arc rules 控制。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image" Target="../media/image_825dc1ad8da2edc6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38200" y="2071688"/>
            <a:ext cx="10865453" cy="3719512"/>
            <a:chOff x="838200" y="2071688"/>
            <a:chExt cx="10865453" cy="3719512"/>
          </a:xfrm>
        </p:grpSpPr>
        <p:sp>
          <p:nvSpPr>
            <p:cNvPr id="5" name="TextBox 5"/>
            <p:cNvSpPr txBox="1"/>
            <p:nvPr/>
          </p:nvSpPr>
          <p:spPr>
            <a:xfrm>
              <a:off x="4295775" y="207168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记忆驱动的可验证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95775" y="2700338"/>
              <a:ext cx="508337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LLM 角色 Agent 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17547" y="3335655"/>
              <a:ext cx="61861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从单 NPC 对话到 Traveler living-world runtime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38200" y="398145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391400" y="3952875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38100">
              <a:solidFill>
                <a:srgbClr val="E875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1875" y="4348162"/>
              <a:ext cx="24574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课程项目最终汇报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75721" y="5009198"/>
              <a:ext cx="1869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汇报人：薛良玺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1646" y="54254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2026年6月9日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问题与目标：角色对话如何变成可验证系统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3263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合并原问题定义和项目目标，保留最关键的逻辑链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85950"/>
            <a:ext cx="47625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54555"/>
            <a:ext cx="40081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普通 LLM 角色对话的三类风险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66536"/>
            <a:ext cx="475940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1. 语言幻觉：说“入口解锁”不等于状态已改变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242786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2. 上下文断裂：角色难以稳定保持记忆和边界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719036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3. 无法复盘：只保存回复就难以解释行为原因</a:t>
            </a:r>
          </a:p>
        </p:txBody>
      </p:sp>
      <p:sp>
        <p:nvSpPr>
          <p:cNvPr id="12" name="Line 12"/>
          <p:cNvSpPr/>
          <p:nvPr/>
        </p:nvSpPr>
        <p:spPr>
          <a:xfrm>
            <a:off x="1200150" y="4362450"/>
            <a:ext cx="4019550" cy="9525"/>
          </a:xfrm>
          <a:custGeom>
            <a:avLst/>
            <a:gdLst/>
            <a:ahLst/>
            <a:cxnLst/>
            <a:rect l="l" t="t" r="r" b="b"/>
            <a:pathLst>
              <a:path w="4019550" h="9525">
                <a:moveTo>
                  <a:pt x="0" y="0"/>
                </a:moveTo>
                <a:lnTo>
                  <a:pt x="401955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81100" y="4543425"/>
            <a:ext cx="5438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核心问题：如何保留表达能力，同时让世界事实由规则维护？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38900" y="1885950"/>
            <a:ext cx="4762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36080" y="2154555"/>
            <a:ext cx="29937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项目要补上的四个支柱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0842" y="2766536"/>
            <a:ext cx="52309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状态：SQLite 保存任务、地点、物品、关系和事件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0842" y="3242786"/>
            <a:ext cx="52309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记忆：近期上下文、长期记忆、稳定 lore 进入决策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0842" y="3719036"/>
            <a:ext cx="435685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校验：Validator 拦截越界行动并安全降级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0842" y="4195286"/>
            <a:ext cx="469039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Trace：记录决策、状态变化和 timeline 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801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目标：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1140" y="5615940"/>
            <a:ext cx="784669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构建可运行、可观察、可验证的 LLM 角色 Agent，而不是只做聊天界面。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63411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项目演进（一）：从“能对话”到“带上下文对话”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606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前两次演进解决的是最小闭环和角色稳定性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2880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097405"/>
            <a:ext cx="31848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1. 单 NPC 记忆对话原型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3076575"/>
            <a:ext cx="292417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先验证最小可运行闭环：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读取状态、调用 LLM、回复玩家，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并把过程保存下来。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100" y="4029075"/>
            <a:ext cx="28003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项目不再停留在 prompt demo；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SQLite、workflow 和 trace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成为后续扩展基座。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38900" y="182880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36080" y="2097405"/>
            <a:ext cx="31113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2. 分层上下文与玩家端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417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3700" y="3076575"/>
            <a:ext cx="27051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早期原型只看当前输入，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角色知识边界、地点和关系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容易断裂，需要把上下文拆层。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17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700" y="4029075"/>
            <a:ext cx="27051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lore、长期记忆、近期上下文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 UI 入口分开后，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回复更稳定，也便于调试展示。</a:t>
            </a:r>
          </a:p>
        </p:txBody>
      </p:sp>
      <p:sp>
        <p:nvSpPr>
          <p:cNvPr id="19" name="Line 19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2640" y="5615940"/>
            <a:ext cx="63345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系统从“能说话”推进到“带着世界设定和历史上下文说话”。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7344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项目演进（二）：从执行边界到 Traveler 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后两次演进解决的是事实边界、主动行为和课堂复盘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2880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097405"/>
            <a:ext cx="32289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3. NPCMind + Validator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3076575"/>
            <a:ext cx="197167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能生成合理语言，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但不能直接改写任务、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物品和关系事实。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100" y="4029075"/>
            <a:ext cx="2895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角色心智、语言意图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和世界执行被分离；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越界行动可被拒绝、修复、记录。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38900" y="1828800"/>
            <a:ext cx="4762500" cy="32004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36080" y="2097405"/>
            <a:ext cx="490494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4. Autonomous Runtime + Traveler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417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3700" y="3076575"/>
            <a:ext cx="275272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课程展示需要看到多 NPC 覆盖、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主动探索路线和真实运行证据，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而不是手工单轮问答。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1795" y="3650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700" y="4029075"/>
            <a:ext cx="29146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profile 驱动路线选择；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timeline 展示理由、回复、</a:t>
            </a:r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状态变化和 outcome。</a:t>
            </a:r>
          </a:p>
        </p:txBody>
      </p:sp>
      <p:sp>
        <p:nvSpPr>
          <p:cNvPr id="19" name="Line 19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2640" y="5615940"/>
            <a:ext cx="70185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系统从“对话程序”推进到“可控、主动、可复盘的 living world”。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8200" y="2038350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809750" y="2857500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9140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输出课堂复盘证据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76300" y="5524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440" y="57302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640" y="5730240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42016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运行结果（一）：Classroom Showcase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82667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truth-seeking profile：先找证人、交叉验证，再形成 guardian advantage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4574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20260606T061944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总轮次：20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202206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最终位置：archive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guardian_advantage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覆盖与状态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168843" cy="674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 xml:space="preserve">覆盖 NPC：Lina / Ron </a:t>
            </a:r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Mira /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376136"/>
            <a:ext cx="182653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phase: resolved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757136"/>
            <a:ext cx="11939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tension: 4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53400" y="1866900"/>
            <a:ext cx="3143250" cy="24574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8200" y="2733675"/>
            <a:ext cx="2714625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1：先访问 Lina，</a:t>
            </a: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建立第一手证词。</a:t>
            </a:r>
          </a:p>
          <a:p>
            <a:pPr algn="l">
              <a:lnSpc>
                <a:spcPts val="2100"/>
              </a:lnSpc>
              <a:spcBef>
                <a:spcPts val="1050"/>
              </a:spcBef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5：Mira 提供研究视角，</a:t>
            </a: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arc 进入 resolved。</a:t>
            </a:r>
          </a:p>
          <a:p>
            <a:pPr algn="l">
              <a:lnSpc>
                <a:spcPts val="2100"/>
              </a:lnSpc>
              <a:spcBef>
                <a:spcPts val="1050"/>
              </a:spcBef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8：补齐 Sable 视角，</a:t>
            </a: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形成多 NPC 覆盖。</a:t>
            </a:r>
          </a:p>
        </p:txBody>
      </p:sp>
      <p:sp>
        <p:nvSpPr>
          <p:cNvPr id="21" name="Line 21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72640" y="5368290"/>
            <a:ext cx="108350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会按 profile 主动规划路线，并且每一步都留下 reason、reply、state 和 arc evidence。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1060" y="5928360"/>
            <a:ext cx="44630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classroom_showcase_llm_run / 20260606T061944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6882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运行结果（二）：Sable Advantage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150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prestige profile：更早接触 Sable，路线明显偏向非正式信息渠道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4574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20260606T185547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总轮次：15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19990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0571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sable_advantage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路线差异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50512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 首先接触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90386"/>
            <a:ext cx="2289334" cy="674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 outcome 转为</a:t>
            </a:r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sable_advantage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757136"/>
            <a:ext cx="312620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14 记录 secret hinted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53400" y="1866900"/>
            <a:ext cx="3143250" cy="24574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8200" y="2733675"/>
            <a:ext cx="27051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要求许可或担保，</a:t>
            </a: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阻止 Traveler 直接获得传闻。</a:t>
            </a:r>
          </a:p>
          <a:p>
            <a:pPr algn="l">
              <a:lnSpc>
                <a:spcPts val="2100"/>
              </a:lnSpc>
              <a:spcBef>
                <a:spcPts val="1050"/>
              </a:spcBef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后续围绕</a:t>
            </a: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网络收集线索。</a:t>
            </a:r>
          </a:p>
          <a:p>
            <a:pPr algn="l">
              <a:lnSpc>
                <a:spcPts val="2100"/>
              </a:lnSpc>
              <a:spcBef>
                <a:spcPts val="1050"/>
              </a:spcBef>
            </a:pP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 xml:space="preserve">最终 advantage 与 prestige / </a:t>
            </a:r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follow_rumors profile 一致。</a:t>
            </a:r>
          </a:p>
        </p:txBody>
      </p:sp>
      <p:sp>
        <p:nvSpPr>
          <p:cNvPr id="21" name="Line 21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72640" y="5368290"/>
            <a:ext cx="8698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不同 profile 会改变路线优先级，但状态推进仍由 Validator 和 arc rules 控制。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1060" y="5928360"/>
            <a:ext cx="41349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sable_advantage_llm_run / 20260606T185547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2026-06-09T04:38:14Z</dcterms:created>
  <dcterms:modified xsi:type="dcterms:W3CDTF">2026-06-09T04:38:14Z</dcterms:modified>
  <cp:category/>
  <cp:contentStatus/>
</cp:coreProperties>
</file>